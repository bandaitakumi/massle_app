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4B810-BA2C-0CD1-BC7D-60F38E238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DF0F64-842B-E918-DDC5-029ADF2B7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3FC7F8-730C-26E6-F022-0A9E7696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013709-23D5-E6A7-0319-5FBD78ED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F5BC7B-B556-A7B7-5664-DE54ED7B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57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F9A58-D956-9A2C-AF96-84965AD1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433140-FE62-672D-9D82-DAD5926C8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1C67CB-1A6E-1FB7-A688-939A6741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B73A4-ECF3-1522-43F4-822AF3A8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918423-70A4-C9B3-DFA9-309D51A9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37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10923-3038-5D7D-A2D9-83118DBB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D6B25E-77CD-7F24-EE89-A768AAB0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E9010F-A24B-46E3-F389-44421E28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A9BE74-4BD5-960D-1B09-27F59154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7BBC3D-8F0C-E060-7B8A-A8889B6A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38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FFAD66-F551-6453-9CB3-A0207043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C56020-C5FF-B398-565B-0FCE74F58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94760C-10F2-1201-D011-1D3CAB386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056476-DE31-2502-2EEE-93E1A962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2F8B0D-E487-8928-52F4-F136D92A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9523BB-6D98-184D-135F-72B83D58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0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538E78-A3BF-DD8C-B205-11093375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034A8C-B2C7-27BB-C37A-3A97F1D5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1CBFC6-FC56-97E4-C74A-C0F32CDC1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AB747D-0693-69A2-3120-B8B153EBC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41FDDD-B301-F06E-AC5A-D5B910E3B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D946D6-EDF7-E434-9C93-F95452C4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883914-D512-641A-1096-F1A30D37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4DAD257-96C9-E72C-8E49-589BE70C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58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5D5311-1E9B-7BA6-E23C-DC1CA040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EB27A8-E58C-0AB2-1AFB-64E28165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D0DBA5-FA81-DEDC-B887-E29328C7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C48182-0C08-7BCC-2519-D5669431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28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D82DCC-900C-56C4-5294-19D327CA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B707D6-F818-634D-4C4E-CA4A3CA8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EB1E74-0A37-ECB2-7793-6451670C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31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F2F4A-AEC8-31FF-6321-E8270CDA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7AC040-93FE-18BB-873D-4C20C03F4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7BE29A-8C06-A42F-47D9-EDA6DEF2E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BF343A-621A-0C30-959C-577013D0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CC9C6D-8E62-8706-87F4-D40386097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BEEDB6-2A8D-5BA8-5379-FF0AC1E6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19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8264C-17C1-F82C-020C-6C59EC06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56B5579-9AA5-F314-A4A9-2B33A7111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0F2B3F-543A-3911-8288-B4842226E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8079E1-AEE7-DE89-C261-9EEE3029B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9CF576-8F9A-8C79-CB0F-A26A946A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BB8C63-1634-74F6-C0F2-FCCA680B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811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09701-2A85-BBFC-A024-85BF4FE7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C64A99-8125-898F-67BD-442914052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B43712-E6CD-8FFE-0E81-DE1EDD73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33A18A-B4F6-566C-BB67-AC169479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13E933-E560-84B3-789F-4AC3CE7E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95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14F771-23D8-21B3-310F-2D2F35342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3EAC36-4854-91FB-D6DA-BF05E5CBE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3B37C-AC46-E336-0315-9095271A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7F52C-344D-E416-603B-A2DB2F70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740E9F-DCED-2456-C5A0-C6C81084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56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F264A-EA89-2F03-2288-85CF1793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41F05E-627B-43BE-C46C-CE902DC0A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4613DC-5E4B-D96E-FBA6-46C9E7635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C401F-F05B-4819-B696-4437F12E50AF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2F3444-2497-2801-C840-CDD052B5A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16FD62-0578-6E4F-5511-B3931E95D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505E3-F4E4-421A-99D9-62C16A5C71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36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494B28A-500F-C351-7C19-86E1208BC6EE}"/>
              </a:ext>
            </a:extLst>
          </p:cNvPr>
          <p:cNvSpPr/>
          <p:nvPr/>
        </p:nvSpPr>
        <p:spPr>
          <a:xfrm>
            <a:off x="133915" y="70424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lang="ja-JP" altLang="en-US" dirty="0"/>
              <a:t>部位ごとフィルター画面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3254C2B-D378-1DDA-BB82-AC30FDE30928}"/>
              </a:ext>
            </a:extLst>
          </p:cNvPr>
          <p:cNvSpPr/>
          <p:nvPr/>
        </p:nvSpPr>
        <p:spPr>
          <a:xfrm>
            <a:off x="1106046" y="1361210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胸</a:t>
            </a:r>
            <a:endParaRPr kumimoji="1" lang="en-US" altLang="ja-JP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117A64A-8CC7-5387-D289-FE299CDBC6C2}"/>
              </a:ext>
            </a:extLst>
          </p:cNvPr>
          <p:cNvSpPr/>
          <p:nvPr/>
        </p:nvSpPr>
        <p:spPr>
          <a:xfrm>
            <a:off x="1106046" y="2032001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背中</a:t>
            </a:r>
            <a:endParaRPr kumimoji="1" lang="en-US" altLang="ja-JP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88A6005-13CC-917E-61A6-4E89B3626BA7}"/>
              </a:ext>
            </a:extLst>
          </p:cNvPr>
          <p:cNvSpPr/>
          <p:nvPr/>
        </p:nvSpPr>
        <p:spPr>
          <a:xfrm>
            <a:off x="2632353" y="1355436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腕</a:t>
            </a:r>
            <a:endParaRPr kumimoji="1" lang="en-US" altLang="ja-JP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55BE8B9-99C6-7A92-3CF5-425654060927}"/>
              </a:ext>
            </a:extLst>
          </p:cNvPr>
          <p:cNvSpPr/>
          <p:nvPr/>
        </p:nvSpPr>
        <p:spPr>
          <a:xfrm>
            <a:off x="1921154" y="1355436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肩</a:t>
            </a:r>
            <a:endParaRPr kumimoji="1"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417E030-8E21-7C68-7BF2-D8E80FC42852}"/>
              </a:ext>
            </a:extLst>
          </p:cNvPr>
          <p:cNvSpPr/>
          <p:nvPr/>
        </p:nvSpPr>
        <p:spPr>
          <a:xfrm>
            <a:off x="1921154" y="2032001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脚</a:t>
            </a:r>
            <a:endParaRPr kumimoji="1" lang="en-US" altLang="ja-JP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3F3C02B-0AC2-0E5D-D4AB-A106D1679835}"/>
              </a:ext>
            </a:extLst>
          </p:cNvPr>
          <p:cNvSpPr/>
          <p:nvPr/>
        </p:nvSpPr>
        <p:spPr>
          <a:xfrm>
            <a:off x="2657754" y="2012372"/>
            <a:ext cx="646551" cy="476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腹筋</a:t>
            </a:r>
            <a:endParaRPr kumimoji="1" lang="en-US" altLang="ja-JP" dirty="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D3639E2-1CE1-281D-43D4-FB55651A8F22}"/>
              </a:ext>
            </a:extLst>
          </p:cNvPr>
          <p:cNvSpPr/>
          <p:nvPr/>
        </p:nvSpPr>
        <p:spPr>
          <a:xfrm>
            <a:off x="9225997" y="181836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選択したらフィルターが掛かる</a:t>
            </a:r>
            <a:endParaRPr kumimoji="1" lang="en-US" altLang="ja-JP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ED7B81B-C4DF-E545-7A30-7BB302071ABE}"/>
              </a:ext>
            </a:extLst>
          </p:cNvPr>
          <p:cNvSpPr/>
          <p:nvPr/>
        </p:nvSpPr>
        <p:spPr>
          <a:xfrm>
            <a:off x="964614" y="2575789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フィルター後のトレーニングメニュー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7F627F9-29D7-68A1-7BFB-EEAC3542661F}"/>
              </a:ext>
            </a:extLst>
          </p:cNvPr>
          <p:cNvSpPr/>
          <p:nvPr/>
        </p:nvSpPr>
        <p:spPr>
          <a:xfrm>
            <a:off x="964614" y="3236192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98C9A22-0126-AF83-8E9F-BD12239E24DB}"/>
              </a:ext>
            </a:extLst>
          </p:cNvPr>
          <p:cNvSpPr/>
          <p:nvPr/>
        </p:nvSpPr>
        <p:spPr>
          <a:xfrm>
            <a:off x="964613" y="3932380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5D7BA07-13F1-00FE-5089-8BD11112AA88}"/>
              </a:ext>
            </a:extLst>
          </p:cNvPr>
          <p:cNvSpPr/>
          <p:nvPr/>
        </p:nvSpPr>
        <p:spPr>
          <a:xfrm>
            <a:off x="984817" y="4626839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6CEC0AE-3943-ACB4-D6DB-776F56DFFA0D}"/>
              </a:ext>
            </a:extLst>
          </p:cNvPr>
          <p:cNvSpPr/>
          <p:nvPr/>
        </p:nvSpPr>
        <p:spPr>
          <a:xfrm>
            <a:off x="628062" y="4899886"/>
            <a:ext cx="2949863" cy="447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A2FB29E-85FA-F223-FB1E-BB520546EB64}"/>
              </a:ext>
            </a:extLst>
          </p:cNvPr>
          <p:cNvSpPr/>
          <p:nvPr/>
        </p:nvSpPr>
        <p:spPr>
          <a:xfrm>
            <a:off x="3429569" y="2548080"/>
            <a:ext cx="195695" cy="22998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スクロールバー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EAED944-EA43-5CD4-C18F-12FF7D7F9BCD}"/>
              </a:ext>
            </a:extLst>
          </p:cNvPr>
          <p:cNvGrpSpPr/>
          <p:nvPr/>
        </p:nvGrpSpPr>
        <p:grpSpPr>
          <a:xfrm>
            <a:off x="133915" y="1313871"/>
            <a:ext cx="4027055" cy="5237018"/>
            <a:chOff x="3380510" y="810491"/>
            <a:chExt cx="4027055" cy="523701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7102465-F6C3-B123-D7C4-07EEEB7487A0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CF60A60-C85A-901C-AB45-EE8A5E3BFE0E}"/>
                </a:ext>
              </a:extLst>
            </p:cNvPr>
            <p:cNvSpPr/>
            <p:nvPr/>
          </p:nvSpPr>
          <p:spPr>
            <a:xfrm>
              <a:off x="3462193" y="5345541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3642987-78AE-2019-2B66-BF7DFAA86726}"/>
                </a:ext>
              </a:extLst>
            </p:cNvPr>
            <p:cNvSpPr/>
            <p:nvPr/>
          </p:nvSpPr>
          <p:spPr>
            <a:xfrm>
              <a:off x="4923827" y="5329379"/>
              <a:ext cx="1080654" cy="5507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/>
                <a:t>メニュー管理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0DD26F6-534E-D8B0-DAB9-B01FB68A2260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350077AB-F40E-35BA-2B89-44FEB7462B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4F979CC-9D6F-CE00-D56D-35328575F79E}"/>
              </a:ext>
            </a:extLst>
          </p:cNvPr>
          <p:cNvSpPr/>
          <p:nvPr/>
        </p:nvSpPr>
        <p:spPr>
          <a:xfrm>
            <a:off x="618242" y="2598879"/>
            <a:ext cx="266700" cy="2299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チェックボックス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B1FAC3B-9268-6BC8-69A6-5763A4B6E5E0}"/>
              </a:ext>
            </a:extLst>
          </p:cNvPr>
          <p:cNvSpPr/>
          <p:nvPr/>
        </p:nvSpPr>
        <p:spPr>
          <a:xfrm>
            <a:off x="1269140" y="5089233"/>
            <a:ext cx="186977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  <a:endParaRPr kumimoji="1" lang="en-US" altLang="ja-JP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A5295AE-68C3-08E5-B1BB-3C9A938AED27}"/>
              </a:ext>
            </a:extLst>
          </p:cNvPr>
          <p:cNvSpPr/>
          <p:nvPr/>
        </p:nvSpPr>
        <p:spPr>
          <a:xfrm>
            <a:off x="9216988" y="1147031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何も選択してないときは追加ボタンが</a:t>
            </a:r>
            <a:r>
              <a:rPr kumimoji="1" lang="en-US" altLang="ja-JP" dirty="0"/>
              <a:t>Disable</a:t>
            </a:r>
            <a:endParaRPr lang="ja-JP" altLang="en-US" dirty="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7CB2882-F6BA-F104-70EE-D37D2BFCFE31}"/>
              </a:ext>
            </a:extLst>
          </p:cNvPr>
          <p:cNvSpPr/>
          <p:nvPr/>
        </p:nvSpPr>
        <p:spPr>
          <a:xfrm>
            <a:off x="9225997" y="2086241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lang="ja-JP" altLang="en-US" dirty="0"/>
              <a:t>初期値胸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2ADDF86-B936-C644-A279-41A03D1715B2}"/>
              </a:ext>
            </a:extLst>
          </p:cNvPr>
          <p:cNvSpPr/>
          <p:nvPr/>
        </p:nvSpPr>
        <p:spPr>
          <a:xfrm>
            <a:off x="9216988" y="3236192"/>
            <a:ext cx="2789382" cy="1129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メニューがない状態で</a:t>
            </a:r>
            <a:r>
              <a:rPr lang="ja-JP" altLang="en-US" dirty="0"/>
              <a:t>追加ボタンを押すと、トレーニングが下に追加される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525F6EA-D242-1686-F3F5-5164A6310B57}"/>
              </a:ext>
            </a:extLst>
          </p:cNvPr>
          <p:cNvSpPr/>
          <p:nvPr/>
        </p:nvSpPr>
        <p:spPr>
          <a:xfrm>
            <a:off x="9225997" y="5335726"/>
            <a:ext cx="2832088" cy="1129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ポップアップでトレーニングメニューを追加しましたが表示されるようにする</a:t>
            </a:r>
            <a:endParaRPr lang="ja-JP" altLang="en-US" dirty="0"/>
          </a:p>
        </p:txBody>
      </p:sp>
      <p:sp>
        <p:nvSpPr>
          <p:cNvPr id="59" name="矢印: 右 58">
            <a:extLst>
              <a:ext uri="{FF2B5EF4-FFF2-40B4-BE49-F238E27FC236}">
                <a16:creationId xmlns:a16="http://schemas.microsoft.com/office/drawing/2014/main" id="{B78006D2-7E4A-336E-8144-6B397967091B}"/>
              </a:ext>
            </a:extLst>
          </p:cNvPr>
          <p:cNvSpPr/>
          <p:nvPr/>
        </p:nvSpPr>
        <p:spPr>
          <a:xfrm>
            <a:off x="4287994" y="3666244"/>
            <a:ext cx="1041388" cy="1181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追加ボタン押した後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E0976B23-C4A2-978E-23D3-D18B303B2AD8}"/>
              </a:ext>
            </a:extLst>
          </p:cNvPr>
          <p:cNvGrpSpPr/>
          <p:nvPr/>
        </p:nvGrpSpPr>
        <p:grpSpPr>
          <a:xfrm>
            <a:off x="5384513" y="1313871"/>
            <a:ext cx="3445740" cy="5099628"/>
            <a:chOff x="3380510" y="810491"/>
            <a:chExt cx="4027055" cy="5237018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C57F550E-603A-0E40-F75E-0FA443BB3234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9B0FD487-8BDA-A514-25C9-46E834AC3EBE}"/>
                </a:ext>
              </a:extLst>
            </p:cNvPr>
            <p:cNvSpPr/>
            <p:nvPr/>
          </p:nvSpPr>
          <p:spPr>
            <a:xfrm>
              <a:off x="3462193" y="5345542"/>
              <a:ext cx="763678" cy="5261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/>
                <a:t>カレンダー</a:t>
              </a: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9D7372F1-FF1E-A359-ABC7-2DB19F667465}"/>
                </a:ext>
              </a:extLst>
            </p:cNvPr>
            <p:cNvSpPr/>
            <p:nvPr/>
          </p:nvSpPr>
          <p:spPr>
            <a:xfrm>
              <a:off x="5134220" y="5333123"/>
              <a:ext cx="1080654" cy="5507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メニュー管理</a:t>
              </a: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9855055C-950D-0E7E-30C2-DD275412808E}"/>
                </a:ext>
              </a:extLst>
            </p:cNvPr>
            <p:cNvSpPr/>
            <p:nvPr/>
          </p:nvSpPr>
          <p:spPr>
            <a:xfrm>
              <a:off x="6357553" y="5345246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7569E2DF-A6C9-6969-3ACB-0E4DE5B10376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B9B144A0-15B2-3F41-F088-90EA1C28FB21}"/>
              </a:ext>
            </a:extLst>
          </p:cNvPr>
          <p:cNvSpPr/>
          <p:nvPr/>
        </p:nvSpPr>
        <p:spPr>
          <a:xfrm>
            <a:off x="6170590" y="5729948"/>
            <a:ext cx="653439" cy="512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トレーニング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49E75A61-9E55-98C7-FE41-4D1BB27F2E29}"/>
              </a:ext>
            </a:extLst>
          </p:cNvPr>
          <p:cNvSpPr/>
          <p:nvPr/>
        </p:nvSpPr>
        <p:spPr>
          <a:xfrm>
            <a:off x="6138973" y="1364673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胸</a:t>
            </a:r>
            <a:endParaRPr kumimoji="1" lang="en-US" altLang="ja-JP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FC5521A-DEC3-7475-F118-6151C8592454}"/>
              </a:ext>
            </a:extLst>
          </p:cNvPr>
          <p:cNvSpPr/>
          <p:nvPr/>
        </p:nvSpPr>
        <p:spPr>
          <a:xfrm>
            <a:off x="6138973" y="2035464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背中</a:t>
            </a:r>
            <a:endParaRPr kumimoji="1" lang="en-US" altLang="ja-JP" dirty="0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6FE5C399-6F5C-D10A-BBFB-E5BA85569D45}"/>
              </a:ext>
            </a:extLst>
          </p:cNvPr>
          <p:cNvSpPr/>
          <p:nvPr/>
        </p:nvSpPr>
        <p:spPr>
          <a:xfrm>
            <a:off x="7665280" y="1358899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腕</a:t>
            </a:r>
            <a:endParaRPr kumimoji="1" lang="en-US" altLang="ja-JP" dirty="0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1998997A-4815-86E5-1BE6-3D8EE4B57F70}"/>
              </a:ext>
            </a:extLst>
          </p:cNvPr>
          <p:cNvSpPr/>
          <p:nvPr/>
        </p:nvSpPr>
        <p:spPr>
          <a:xfrm>
            <a:off x="6954081" y="1358899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肩</a:t>
            </a:r>
            <a:endParaRPr kumimoji="1" lang="en-US" altLang="ja-JP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FEB57519-30E4-5BE9-E3FD-9C3637CDFD7B}"/>
              </a:ext>
            </a:extLst>
          </p:cNvPr>
          <p:cNvSpPr/>
          <p:nvPr/>
        </p:nvSpPr>
        <p:spPr>
          <a:xfrm>
            <a:off x="6954081" y="2035464"/>
            <a:ext cx="535709" cy="457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脚</a:t>
            </a:r>
            <a:endParaRPr kumimoji="1" lang="en-US" altLang="ja-JP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6BE4F53-88AF-403B-BA7C-86E2C8BC2C4C}"/>
              </a:ext>
            </a:extLst>
          </p:cNvPr>
          <p:cNvSpPr/>
          <p:nvPr/>
        </p:nvSpPr>
        <p:spPr>
          <a:xfrm>
            <a:off x="7690681" y="2015835"/>
            <a:ext cx="646551" cy="476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腹筋</a:t>
            </a:r>
            <a:endParaRPr kumimoji="1" lang="en-US" altLang="ja-JP" dirty="0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CD809593-1BDF-FFFA-67A8-7EB067DD2344}"/>
              </a:ext>
            </a:extLst>
          </p:cNvPr>
          <p:cNvSpPr/>
          <p:nvPr/>
        </p:nvSpPr>
        <p:spPr>
          <a:xfrm>
            <a:off x="5997541" y="2579252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フィルター後のトレーニングメニュー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1DA8EE0A-FCD3-FB64-FC4A-26633D88F7A6}"/>
              </a:ext>
            </a:extLst>
          </p:cNvPr>
          <p:cNvSpPr/>
          <p:nvPr/>
        </p:nvSpPr>
        <p:spPr>
          <a:xfrm>
            <a:off x="5997541" y="3239655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D611C14-3742-1C94-EF62-F1419FDC83B4}"/>
              </a:ext>
            </a:extLst>
          </p:cNvPr>
          <p:cNvSpPr/>
          <p:nvPr/>
        </p:nvSpPr>
        <p:spPr>
          <a:xfrm>
            <a:off x="5997540" y="3935843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D11AD611-3AFD-BEB7-6F5A-DFF2123C573A}"/>
              </a:ext>
            </a:extLst>
          </p:cNvPr>
          <p:cNvSpPr/>
          <p:nvPr/>
        </p:nvSpPr>
        <p:spPr>
          <a:xfrm>
            <a:off x="6017744" y="4630302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フィルター後のトレーニングメニュー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9F19678-1048-C4BC-9780-E0A8F33DA17D}"/>
              </a:ext>
            </a:extLst>
          </p:cNvPr>
          <p:cNvSpPr/>
          <p:nvPr/>
        </p:nvSpPr>
        <p:spPr>
          <a:xfrm>
            <a:off x="5660989" y="4903349"/>
            <a:ext cx="2949863" cy="447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94A21B6-546C-6F55-0BF2-447646FEF3CB}"/>
              </a:ext>
            </a:extLst>
          </p:cNvPr>
          <p:cNvSpPr/>
          <p:nvPr/>
        </p:nvSpPr>
        <p:spPr>
          <a:xfrm>
            <a:off x="8462496" y="2551543"/>
            <a:ext cx="195695" cy="22998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スクロールバー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D7016801-6CD4-33EE-B96D-FA248CA692E8}"/>
              </a:ext>
            </a:extLst>
          </p:cNvPr>
          <p:cNvSpPr/>
          <p:nvPr/>
        </p:nvSpPr>
        <p:spPr>
          <a:xfrm>
            <a:off x="5651169" y="2602342"/>
            <a:ext cx="266700" cy="2299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チェックボックス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E607CFDF-A16C-D453-01BB-EAF216026A04}"/>
              </a:ext>
            </a:extLst>
          </p:cNvPr>
          <p:cNvSpPr/>
          <p:nvPr/>
        </p:nvSpPr>
        <p:spPr>
          <a:xfrm>
            <a:off x="7273541" y="5042434"/>
            <a:ext cx="1408576" cy="447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  <a:endParaRPr kumimoji="1" lang="en-US" altLang="ja-JP" dirty="0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1D91F5E8-BD0A-384F-B672-A9B466F993DD}"/>
              </a:ext>
            </a:extLst>
          </p:cNvPr>
          <p:cNvSpPr/>
          <p:nvPr/>
        </p:nvSpPr>
        <p:spPr>
          <a:xfrm>
            <a:off x="5660989" y="120652"/>
            <a:ext cx="3169264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オリジナルメニューの追加もどこからかやる、</a:t>
            </a:r>
            <a:endParaRPr kumimoji="1" lang="en-US" altLang="ja-JP" dirty="0"/>
          </a:p>
          <a:p>
            <a:pPr algn="ctr"/>
            <a:r>
              <a:rPr lang="ja-JP" altLang="en-US" dirty="0"/>
              <a:t>部位選択と種目名のみ必要</a:t>
            </a:r>
            <a:endParaRPr lang="en-US" altLang="ja-JP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66921939-5986-D10D-11C4-FA1DC9A27413}"/>
              </a:ext>
            </a:extLst>
          </p:cNvPr>
          <p:cNvSpPr/>
          <p:nvPr/>
        </p:nvSpPr>
        <p:spPr>
          <a:xfrm>
            <a:off x="5565164" y="5044504"/>
            <a:ext cx="1408576" cy="445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オリジナルメニューの追加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383379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9153-FBD6-7AF3-75E9-0E55B84B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418E60E-95B5-3DCA-E2D0-CD1B194889A2}"/>
              </a:ext>
            </a:extLst>
          </p:cNvPr>
          <p:cNvGrpSpPr/>
          <p:nvPr/>
        </p:nvGrpSpPr>
        <p:grpSpPr>
          <a:xfrm>
            <a:off x="3650671" y="781629"/>
            <a:ext cx="4027055" cy="5237018"/>
            <a:chOff x="3380510" y="810491"/>
            <a:chExt cx="4027055" cy="523701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7999BE2-770F-F68E-5D04-B4CF991525FB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4A1ED9D9-F286-2B79-901E-5E9B1A2D7387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DF5FA51-B239-1157-ED7F-12D40CDA14C2}"/>
                </a:ext>
              </a:extLst>
            </p:cNvPr>
            <p:cNvSpPr/>
            <p:nvPr/>
          </p:nvSpPr>
          <p:spPr>
            <a:xfrm>
              <a:off x="3380510" y="5338618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1C7DDD44-7754-5EA1-0BD4-801EF5672027}"/>
                </a:ext>
              </a:extLst>
            </p:cNvPr>
            <p:cNvSpPr/>
            <p:nvPr/>
          </p:nvSpPr>
          <p:spPr>
            <a:xfrm>
              <a:off x="5271661" y="5338618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/>
                <a:t>メニュー管理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4F70D50-C730-5B25-4EAC-F8BB1E1E8F27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2AF7943-5E80-A7AF-4930-FB6AEB6CF629}"/>
              </a:ext>
            </a:extLst>
          </p:cNvPr>
          <p:cNvSpPr/>
          <p:nvPr/>
        </p:nvSpPr>
        <p:spPr>
          <a:xfrm>
            <a:off x="168565" y="674255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トレーニング中の画面</a:t>
            </a:r>
            <a:endParaRPr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C28997F-8BEB-190B-3295-228829150BB4}"/>
              </a:ext>
            </a:extLst>
          </p:cNvPr>
          <p:cNvSpPr/>
          <p:nvPr/>
        </p:nvSpPr>
        <p:spPr>
          <a:xfrm>
            <a:off x="4345713" y="946728"/>
            <a:ext cx="2147452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種目名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8CB9A0-92A8-07EB-873D-E069A8918ABC}"/>
              </a:ext>
            </a:extLst>
          </p:cNvPr>
          <p:cNvSpPr/>
          <p:nvPr/>
        </p:nvSpPr>
        <p:spPr>
          <a:xfrm>
            <a:off x="4345709" y="1333496"/>
            <a:ext cx="2636980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１セット：重量：</a:t>
            </a:r>
            <a:r>
              <a:rPr kumimoji="1" lang="en-US" altLang="ja-JP" dirty="0"/>
              <a:t>rep</a:t>
            </a:r>
            <a:r>
              <a:rPr kumimoji="1" lang="ja-JP" altLang="en-US" dirty="0"/>
              <a:t>数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8543FC8-2422-067E-FF20-E88A2C16F339}"/>
              </a:ext>
            </a:extLst>
          </p:cNvPr>
          <p:cNvSpPr/>
          <p:nvPr/>
        </p:nvSpPr>
        <p:spPr>
          <a:xfrm>
            <a:off x="4345710" y="1712186"/>
            <a:ext cx="2636979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２セット：重量：</a:t>
            </a:r>
            <a:r>
              <a:rPr lang="en-US" altLang="ja-JP" dirty="0"/>
              <a:t>rep</a:t>
            </a:r>
            <a:r>
              <a:rPr lang="ja-JP" altLang="en-US" dirty="0"/>
              <a:t>数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764C47-AFD8-DD70-6438-D895DB1E846F}"/>
              </a:ext>
            </a:extLst>
          </p:cNvPr>
          <p:cNvSpPr/>
          <p:nvPr/>
        </p:nvSpPr>
        <p:spPr>
          <a:xfrm>
            <a:off x="4345710" y="2101274"/>
            <a:ext cx="2636979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r>
              <a:rPr lang="ja-JP" altLang="en-US" dirty="0"/>
              <a:t>セット：重量：</a:t>
            </a:r>
            <a:r>
              <a:rPr lang="en-US" altLang="ja-JP" dirty="0"/>
              <a:t>rep</a:t>
            </a:r>
            <a:r>
              <a:rPr lang="ja-JP" altLang="en-US" dirty="0"/>
              <a:t>数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18F7FC9-FF0B-EBBE-FFF5-A5F91320DBFB}"/>
              </a:ext>
            </a:extLst>
          </p:cNvPr>
          <p:cNvSpPr/>
          <p:nvPr/>
        </p:nvSpPr>
        <p:spPr>
          <a:xfrm>
            <a:off x="5458691" y="2479964"/>
            <a:ext cx="360218" cy="3394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+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31D6401-9024-97D2-30CB-C5496E83945B}"/>
              </a:ext>
            </a:extLst>
          </p:cNvPr>
          <p:cNvSpPr/>
          <p:nvPr/>
        </p:nvSpPr>
        <p:spPr>
          <a:xfrm>
            <a:off x="8638310" y="659815"/>
            <a:ext cx="2789382" cy="2104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重量と</a:t>
            </a:r>
            <a:r>
              <a:rPr lang="en-US" altLang="ja-JP" dirty="0"/>
              <a:t>rep</a:t>
            </a:r>
            <a:r>
              <a:rPr lang="ja-JP" altLang="en-US" dirty="0"/>
              <a:t>数には前回の記録が表示される</a:t>
            </a:r>
            <a:endParaRPr lang="en-US" altLang="ja-JP" dirty="0"/>
          </a:p>
          <a:p>
            <a:pPr algn="ctr"/>
            <a:r>
              <a:rPr lang="ja-JP" altLang="en-US" dirty="0"/>
              <a:t>＋ボタンで追加</a:t>
            </a:r>
            <a:endParaRPr lang="en-US" altLang="ja-JP" dirty="0"/>
          </a:p>
          <a:p>
            <a:pPr algn="ctr"/>
            <a:r>
              <a:rPr lang="ja-JP" altLang="en-US" dirty="0"/>
              <a:t>もし前回よりも</a:t>
            </a:r>
            <a:r>
              <a:rPr lang="en-US" altLang="ja-JP" dirty="0"/>
              <a:t>set</a:t>
            </a:r>
            <a:r>
              <a:rPr lang="ja-JP" altLang="en-US" dirty="0"/>
              <a:t>数が多い場合そのひとつ前の記録がプレイスホルダーに入るようにする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CA40E18-2702-E03D-AED1-05093EC9C238}"/>
              </a:ext>
            </a:extLst>
          </p:cNvPr>
          <p:cNvSpPr/>
          <p:nvPr/>
        </p:nvSpPr>
        <p:spPr>
          <a:xfrm>
            <a:off x="6573983" y="946727"/>
            <a:ext cx="404094" cy="319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CCF4D9D-8954-94B1-19AD-14E403B54D81}"/>
              </a:ext>
            </a:extLst>
          </p:cNvPr>
          <p:cNvSpPr/>
          <p:nvPr/>
        </p:nvSpPr>
        <p:spPr>
          <a:xfrm>
            <a:off x="4345713" y="3013370"/>
            <a:ext cx="2147452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種目名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D25928-B2E2-6547-CB71-B70325886C01}"/>
              </a:ext>
            </a:extLst>
          </p:cNvPr>
          <p:cNvSpPr/>
          <p:nvPr/>
        </p:nvSpPr>
        <p:spPr>
          <a:xfrm>
            <a:off x="4345709" y="3400138"/>
            <a:ext cx="2636980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１セット：重量：</a:t>
            </a:r>
            <a:r>
              <a:rPr kumimoji="1" lang="en-US" altLang="ja-JP" dirty="0"/>
              <a:t>rep</a:t>
            </a:r>
            <a:r>
              <a:rPr kumimoji="1" lang="ja-JP" altLang="en-US" dirty="0"/>
              <a:t>数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84AFBF-92EC-C2B9-2DCA-4F6D24AE803F}"/>
              </a:ext>
            </a:extLst>
          </p:cNvPr>
          <p:cNvSpPr/>
          <p:nvPr/>
        </p:nvSpPr>
        <p:spPr>
          <a:xfrm>
            <a:off x="4345710" y="3778828"/>
            <a:ext cx="2636979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２セット：重量：</a:t>
            </a:r>
            <a:r>
              <a:rPr lang="en-US" altLang="ja-JP" dirty="0"/>
              <a:t>rep</a:t>
            </a:r>
            <a:r>
              <a:rPr lang="ja-JP" altLang="en-US" dirty="0"/>
              <a:t>数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E6AC568-BB75-E807-8653-9D9FCD862D12}"/>
              </a:ext>
            </a:extLst>
          </p:cNvPr>
          <p:cNvSpPr/>
          <p:nvPr/>
        </p:nvSpPr>
        <p:spPr>
          <a:xfrm>
            <a:off x="4345710" y="4167916"/>
            <a:ext cx="2636979" cy="33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r>
              <a:rPr lang="ja-JP" altLang="en-US" dirty="0"/>
              <a:t>セット：重量：</a:t>
            </a:r>
            <a:r>
              <a:rPr lang="en-US" altLang="ja-JP" dirty="0"/>
              <a:t>rep</a:t>
            </a:r>
            <a:r>
              <a:rPr lang="ja-JP" altLang="en-US" dirty="0"/>
              <a:t>数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E92178EF-F5BB-17DC-061A-5B6B614F8C5F}"/>
              </a:ext>
            </a:extLst>
          </p:cNvPr>
          <p:cNvSpPr/>
          <p:nvPr/>
        </p:nvSpPr>
        <p:spPr>
          <a:xfrm>
            <a:off x="5458691" y="4546606"/>
            <a:ext cx="360218" cy="3394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+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8B9B232-5E23-8F7B-8504-99136F673E9D}"/>
              </a:ext>
            </a:extLst>
          </p:cNvPr>
          <p:cNvSpPr/>
          <p:nvPr/>
        </p:nvSpPr>
        <p:spPr>
          <a:xfrm>
            <a:off x="6573983" y="3013369"/>
            <a:ext cx="404094" cy="319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87F427D-BBFF-65E0-09E0-76B1B2CEBFF4}"/>
              </a:ext>
            </a:extLst>
          </p:cNvPr>
          <p:cNvSpPr/>
          <p:nvPr/>
        </p:nvSpPr>
        <p:spPr>
          <a:xfrm>
            <a:off x="4336470" y="4465784"/>
            <a:ext cx="2949863" cy="447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3A65FA2-F802-F4C1-836D-05BD48B7FBCE}"/>
              </a:ext>
            </a:extLst>
          </p:cNvPr>
          <p:cNvSpPr/>
          <p:nvPr/>
        </p:nvSpPr>
        <p:spPr>
          <a:xfrm>
            <a:off x="7051387" y="946727"/>
            <a:ext cx="244186" cy="3519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スクロールバー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4DE69D3-B288-7340-896A-9CB30D7F0C81}"/>
              </a:ext>
            </a:extLst>
          </p:cNvPr>
          <p:cNvSpPr/>
          <p:nvPr/>
        </p:nvSpPr>
        <p:spPr>
          <a:xfrm>
            <a:off x="4208893" y="4640112"/>
            <a:ext cx="3205016" cy="319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すべてのトレーニングを完了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21E88A2-CFF4-3168-53BC-96B9A7C4B9FE}"/>
              </a:ext>
            </a:extLst>
          </p:cNvPr>
          <p:cNvSpPr/>
          <p:nvPr/>
        </p:nvSpPr>
        <p:spPr>
          <a:xfrm>
            <a:off x="8638310" y="3183087"/>
            <a:ext cx="2671614" cy="105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種目名の部分をスライドすると削除ボタンが出てくる</a:t>
            </a:r>
            <a:endParaRPr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5E22DA1-C2CE-02AB-3694-874F7C9AAE75}"/>
              </a:ext>
            </a:extLst>
          </p:cNvPr>
          <p:cNvSpPr/>
          <p:nvPr/>
        </p:nvSpPr>
        <p:spPr>
          <a:xfrm>
            <a:off x="4805252" y="5323857"/>
            <a:ext cx="653439" cy="512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トレーニング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407E272-69C1-34D6-6EC0-1C89ED7B431C}"/>
              </a:ext>
            </a:extLst>
          </p:cNvPr>
          <p:cNvSpPr/>
          <p:nvPr/>
        </p:nvSpPr>
        <p:spPr>
          <a:xfrm>
            <a:off x="8536130" y="4430274"/>
            <a:ext cx="2671614" cy="105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kumimoji="1" lang="ja-JP" altLang="en-US" dirty="0"/>
              <a:t>すべてのトレーニング完了でトレーニングボタンを削除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837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4135-1620-1D10-EB63-DBC474CB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8337911-D7CE-F6F3-9912-5FEE9C8665CD}"/>
              </a:ext>
            </a:extLst>
          </p:cNvPr>
          <p:cNvGrpSpPr/>
          <p:nvPr/>
        </p:nvGrpSpPr>
        <p:grpSpPr>
          <a:xfrm>
            <a:off x="3380510" y="810491"/>
            <a:ext cx="4027055" cy="5237018"/>
            <a:chOff x="3380510" y="810491"/>
            <a:chExt cx="4027055" cy="523701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C8CF57C-5ADC-2541-71F0-E3D4F6139836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4DE10B2E-C15A-6B85-52B6-E55085A7AF94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02A8C55-76C2-76B7-2D92-49B7445DFFA1}"/>
                </a:ext>
              </a:extLst>
            </p:cNvPr>
            <p:cNvSpPr/>
            <p:nvPr/>
          </p:nvSpPr>
          <p:spPr>
            <a:xfrm>
              <a:off x="3546764" y="5338618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63DAC0F-2435-4F32-7275-74DE23F51B63}"/>
                </a:ext>
              </a:extLst>
            </p:cNvPr>
            <p:cNvSpPr/>
            <p:nvPr/>
          </p:nvSpPr>
          <p:spPr>
            <a:xfrm>
              <a:off x="4950691" y="5338618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トレーニング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AEF6BBC-3970-99F3-EC3F-8B6A72762CCC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DDFC7F-BB69-D3DE-A4A3-FA4C4AE0F9E9}"/>
              </a:ext>
            </a:extLst>
          </p:cNvPr>
          <p:cNvSpPr/>
          <p:nvPr/>
        </p:nvSpPr>
        <p:spPr>
          <a:xfrm>
            <a:off x="168565" y="674255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lang="ja-JP" altLang="en-US" dirty="0"/>
              <a:t>完了トレーニングがある場合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AD849C1-30DA-76C5-407E-CA778FA5894D}"/>
              </a:ext>
            </a:extLst>
          </p:cNvPr>
          <p:cNvSpPr/>
          <p:nvPr/>
        </p:nvSpPr>
        <p:spPr>
          <a:xfrm>
            <a:off x="4189844" y="919019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完了したトレーニング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BBF370-CFD9-9EBE-A6E3-E3E20C2AF434}"/>
              </a:ext>
            </a:extLst>
          </p:cNvPr>
          <p:cNvSpPr/>
          <p:nvPr/>
        </p:nvSpPr>
        <p:spPr>
          <a:xfrm>
            <a:off x="4189844" y="1601355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完了したトレーニング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C5D3765-DC20-6C71-F959-4E5F08BEDC96}"/>
              </a:ext>
            </a:extLst>
          </p:cNvPr>
          <p:cNvSpPr/>
          <p:nvPr/>
        </p:nvSpPr>
        <p:spPr>
          <a:xfrm>
            <a:off x="4189845" y="2298701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完了したトレーニング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29403A-A498-79AE-F55B-CA93500E3B8D}"/>
              </a:ext>
            </a:extLst>
          </p:cNvPr>
          <p:cNvSpPr/>
          <p:nvPr/>
        </p:nvSpPr>
        <p:spPr>
          <a:xfrm>
            <a:off x="4180605" y="2996047"/>
            <a:ext cx="2408381" cy="60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完了したトレーニング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6DE9C4D-922C-CED2-D0B7-FC10D151DC6F}"/>
              </a:ext>
            </a:extLst>
          </p:cNvPr>
          <p:cNvSpPr/>
          <p:nvPr/>
        </p:nvSpPr>
        <p:spPr>
          <a:xfrm>
            <a:off x="3972209" y="3218873"/>
            <a:ext cx="2949863" cy="447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E825B8-C2C8-C871-3897-495B85DD0FAD}"/>
              </a:ext>
            </a:extLst>
          </p:cNvPr>
          <p:cNvSpPr/>
          <p:nvPr/>
        </p:nvSpPr>
        <p:spPr>
          <a:xfrm>
            <a:off x="4131543" y="3366654"/>
            <a:ext cx="2751278" cy="781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総消費カロリー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D81918-29BF-F7D5-CB09-E865FB706DB0}"/>
              </a:ext>
            </a:extLst>
          </p:cNvPr>
          <p:cNvSpPr/>
          <p:nvPr/>
        </p:nvSpPr>
        <p:spPr>
          <a:xfrm>
            <a:off x="6687126" y="919019"/>
            <a:ext cx="195695" cy="22998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スクロールバー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A43F124-D289-DD61-89A3-2D911814626C}"/>
              </a:ext>
            </a:extLst>
          </p:cNvPr>
          <p:cNvSpPr/>
          <p:nvPr/>
        </p:nvSpPr>
        <p:spPr>
          <a:xfrm>
            <a:off x="4106144" y="4278745"/>
            <a:ext cx="2751278" cy="781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トレーニングメニューへ</a:t>
            </a:r>
          </a:p>
        </p:txBody>
      </p:sp>
    </p:spTree>
    <p:extLst>
      <p:ext uri="{BB962C8B-B14F-4D97-AF65-F5344CB8AC3E}">
        <p14:creationId xmlns:p14="http://schemas.microsoft.com/office/powerpoint/2010/main" val="404304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64FE-F53A-841A-860E-CC32AC27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089BBF36-8EC5-E68D-A040-CA6D5F0C8A01}"/>
              </a:ext>
            </a:extLst>
          </p:cNvPr>
          <p:cNvGrpSpPr/>
          <p:nvPr/>
        </p:nvGrpSpPr>
        <p:grpSpPr>
          <a:xfrm>
            <a:off x="3380510" y="810491"/>
            <a:ext cx="4027055" cy="5237018"/>
            <a:chOff x="3380510" y="810491"/>
            <a:chExt cx="4027055" cy="523701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6E627C5-2328-6C37-8E33-E7588FAC74FD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FB2CCB56-776F-B898-45AD-1892E764AE5C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172D10E-FA51-0EFA-904F-C9F7DB04C133}"/>
                </a:ext>
              </a:extLst>
            </p:cNvPr>
            <p:cNvSpPr/>
            <p:nvPr/>
          </p:nvSpPr>
          <p:spPr>
            <a:xfrm>
              <a:off x="3546764" y="5338618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18A101A-80C8-0DAC-B258-FC24D9C1E320}"/>
                </a:ext>
              </a:extLst>
            </p:cNvPr>
            <p:cNvSpPr/>
            <p:nvPr/>
          </p:nvSpPr>
          <p:spPr>
            <a:xfrm>
              <a:off x="4950691" y="5338618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トレーニング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FBF5C67-2E5B-9BCC-A863-B43DC499B19C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83F10C-3896-0543-3847-ED61533ADB52}"/>
              </a:ext>
            </a:extLst>
          </p:cNvPr>
          <p:cNvSpPr/>
          <p:nvPr/>
        </p:nvSpPr>
        <p:spPr>
          <a:xfrm>
            <a:off x="3976257" y="1667163"/>
            <a:ext cx="2789382" cy="2798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５月＜</a:t>
            </a:r>
            <a:r>
              <a:rPr lang="en-US" altLang="ja-JP" dirty="0"/>
              <a:t>6</a:t>
            </a:r>
            <a:r>
              <a:rPr lang="ja-JP" altLang="en-US" dirty="0"/>
              <a:t>月</a:t>
            </a:r>
            <a:r>
              <a:rPr lang="en-US" altLang="ja-JP" dirty="0"/>
              <a:t>(</a:t>
            </a:r>
            <a:r>
              <a:rPr lang="ja-JP" altLang="en-US" dirty="0"/>
              <a:t>当月</a:t>
            </a:r>
            <a:r>
              <a:rPr lang="en-US" altLang="ja-JP" dirty="0"/>
              <a:t>)</a:t>
            </a:r>
            <a:r>
              <a:rPr lang="ja-JP" altLang="en-US" dirty="0"/>
              <a:t>＞７月</a:t>
            </a:r>
            <a:endParaRPr lang="en-US" altLang="ja-JP" dirty="0"/>
          </a:p>
          <a:p>
            <a:pPr algn="ctr"/>
            <a:r>
              <a:rPr lang="ja-JP" altLang="en-US" dirty="0"/>
              <a:t>カレンダー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31695FE-D3E4-6FB5-3B71-4F10BF43E0FA}"/>
              </a:ext>
            </a:extLst>
          </p:cNvPr>
          <p:cNvSpPr/>
          <p:nvPr/>
        </p:nvSpPr>
        <p:spPr>
          <a:xfrm>
            <a:off x="230908" y="972129"/>
            <a:ext cx="2789382" cy="85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※</a:t>
            </a:r>
            <a:r>
              <a:rPr lang="ja-JP" altLang="en-US" dirty="0"/>
              <a:t>その日のトレーニングの完了ボタンが押されたら反映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81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2027-5DEE-88EF-5FC2-141F5D70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B0C5FF2-2842-0BF4-4254-1BE41AF492B6}"/>
              </a:ext>
            </a:extLst>
          </p:cNvPr>
          <p:cNvGrpSpPr/>
          <p:nvPr/>
        </p:nvGrpSpPr>
        <p:grpSpPr>
          <a:xfrm>
            <a:off x="729673" y="635000"/>
            <a:ext cx="4027055" cy="5237018"/>
            <a:chOff x="3380510" y="810491"/>
            <a:chExt cx="4027055" cy="523701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DEB4089-1050-7D21-4D7B-25F04AE132B2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60CD69D3-E812-704B-90FC-B6C24EFB91F2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BA3F4C0-6598-49E8-EF41-543004663B89}"/>
                </a:ext>
              </a:extLst>
            </p:cNvPr>
            <p:cNvSpPr/>
            <p:nvPr/>
          </p:nvSpPr>
          <p:spPr>
            <a:xfrm>
              <a:off x="3546764" y="5338618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3974CF9-6F21-1208-D7A0-CC551AB9609B}"/>
                </a:ext>
              </a:extLst>
            </p:cNvPr>
            <p:cNvSpPr/>
            <p:nvPr/>
          </p:nvSpPr>
          <p:spPr>
            <a:xfrm>
              <a:off x="4950691" y="5338618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トレーニング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E31ABCE-5252-CB18-8813-CC1D9E65991E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ECA95E-2DB4-D597-8016-8381E8E2AD62}"/>
              </a:ext>
            </a:extLst>
          </p:cNvPr>
          <p:cNvSpPr/>
          <p:nvPr/>
        </p:nvSpPr>
        <p:spPr>
          <a:xfrm>
            <a:off x="1263071" y="1412008"/>
            <a:ext cx="2987966" cy="2350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５月＜６月＞７月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体重グラフ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4EE927-3EDF-5B1F-49B5-A51C0655161E}"/>
              </a:ext>
            </a:extLst>
          </p:cNvPr>
          <p:cNvSpPr/>
          <p:nvPr/>
        </p:nvSpPr>
        <p:spPr>
          <a:xfrm>
            <a:off x="895927" y="4251036"/>
            <a:ext cx="3066472" cy="616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その日の日付：体重入力欄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E7ECA39-413E-31F6-FF4F-623B82F29C38}"/>
              </a:ext>
            </a:extLst>
          </p:cNvPr>
          <p:cNvSpPr/>
          <p:nvPr/>
        </p:nvSpPr>
        <p:spPr>
          <a:xfrm>
            <a:off x="4038600" y="4241802"/>
            <a:ext cx="641926" cy="634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B8ADDFC-E85C-F1C1-BA80-1EED81227942}"/>
              </a:ext>
            </a:extLst>
          </p:cNvPr>
          <p:cNvGrpSpPr/>
          <p:nvPr/>
        </p:nvGrpSpPr>
        <p:grpSpPr>
          <a:xfrm>
            <a:off x="7269018" y="635000"/>
            <a:ext cx="4027055" cy="5237018"/>
            <a:chOff x="3380510" y="810491"/>
            <a:chExt cx="4027055" cy="5237018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FEC2CAE6-79E0-7E7C-2C2D-80945BA272A4}"/>
                </a:ext>
              </a:extLst>
            </p:cNvPr>
            <p:cNvSpPr/>
            <p:nvPr/>
          </p:nvSpPr>
          <p:spPr>
            <a:xfrm>
              <a:off x="3380510" y="810491"/>
              <a:ext cx="4027055" cy="5237018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49E624B8-1326-47BF-2EFE-33D784772F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8218" y="5190836"/>
              <a:ext cx="39993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E87C6DA-A470-9D6A-CA63-4826F9000B3D}"/>
                </a:ext>
              </a:extLst>
            </p:cNvPr>
            <p:cNvSpPr/>
            <p:nvPr/>
          </p:nvSpPr>
          <p:spPr>
            <a:xfrm>
              <a:off x="3546764" y="5338618"/>
              <a:ext cx="1080654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カレンダー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B2A8DCD-B8DF-8A27-16AC-E86CBD61E295}"/>
                </a:ext>
              </a:extLst>
            </p:cNvPr>
            <p:cNvSpPr/>
            <p:nvPr/>
          </p:nvSpPr>
          <p:spPr>
            <a:xfrm>
              <a:off x="4950691" y="5338618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トレーニング</a:t>
              </a: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C39D3BBE-17EA-7AFE-F98A-339340A97710}"/>
                </a:ext>
              </a:extLst>
            </p:cNvPr>
            <p:cNvSpPr/>
            <p:nvPr/>
          </p:nvSpPr>
          <p:spPr>
            <a:xfrm>
              <a:off x="6289968" y="5331690"/>
              <a:ext cx="951343" cy="5264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体重</a:t>
              </a:r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059F09C-C80B-D3F7-CE7F-FC234BA1BAE2}"/>
              </a:ext>
            </a:extLst>
          </p:cNvPr>
          <p:cNvSpPr/>
          <p:nvPr/>
        </p:nvSpPr>
        <p:spPr>
          <a:xfrm>
            <a:off x="7804727" y="1399308"/>
            <a:ext cx="2987966" cy="2350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５月＜６月＞７月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体重グラフ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92199C7-5F92-54C1-7459-62DDE1C5CA56}"/>
              </a:ext>
            </a:extLst>
          </p:cNvPr>
          <p:cNvSpPr/>
          <p:nvPr/>
        </p:nvSpPr>
        <p:spPr>
          <a:xfrm>
            <a:off x="7435272" y="4251036"/>
            <a:ext cx="3066472" cy="616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その日の日付：体重入力欄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8872C5D-D647-F606-1D30-F6E67640B05A}"/>
              </a:ext>
            </a:extLst>
          </p:cNvPr>
          <p:cNvSpPr/>
          <p:nvPr/>
        </p:nvSpPr>
        <p:spPr>
          <a:xfrm>
            <a:off x="10577945" y="4241802"/>
            <a:ext cx="641926" cy="63499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修正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EBCF7D3C-C645-3AE3-39F7-62E5E3D1E166}"/>
              </a:ext>
            </a:extLst>
          </p:cNvPr>
          <p:cNvSpPr/>
          <p:nvPr/>
        </p:nvSpPr>
        <p:spPr>
          <a:xfrm>
            <a:off x="5370945" y="3087257"/>
            <a:ext cx="1283855" cy="11545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入力後</a:t>
            </a:r>
          </a:p>
        </p:txBody>
      </p:sp>
    </p:spTree>
    <p:extLst>
      <p:ext uri="{BB962C8B-B14F-4D97-AF65-F5344CB8AC3E}">
        <p14:creationId xmlns:p14="http://schemas.microsoft.com/office/powerpoint/2010/main" val="118987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336</Words>
  <Application>Microsoft Office PowerPoint</Application>
  <PresentationFormat>ワイド画面</PresentationFormat>
  <Paragraphs>99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Bandai Takumi (萬代 卓海)</dc:creator>
  <cp:lastModifiedBy>Bandai Takumi (萬代 卓海)</cp:lastModifiedBy>
  <cp:revision>2</cp:revision>
  <dcterms:created xsi:type="dcterms:W3CDTF">2026-02-16T00:35:38Z</dcterms:created>
  <dcterms:modified xsi:type="dcterms:W3CDTF">2026-02-16T04:18:57Z</dcterms:modified>
</cp:coreProperties>
</file>